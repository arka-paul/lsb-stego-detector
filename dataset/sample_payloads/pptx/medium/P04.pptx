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6858000" cy="9144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206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3027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92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266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9604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4081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665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8398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4815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1135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1422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3272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D3944B-A0DD-4583-ACF1-F23B0AE3C98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9956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41559-206E-7509-968E-BDCB8AD4DF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PowerPoint</a:t>
            </a:r>
            <a:br>
              <a:rPr lang="en-GB"/>
            </a:br>
            <a:r>
              <a:rPr lang="en-GB"/>
              <a:t>Payload File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2024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FC031-9BDE-5491-48FC-95BC327D1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E940B3-77B3-81E4-096E-B4A9448191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1487" y="2858167"/>
            <a:ext cx="5915025" cy="22971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B09D3B-8D8C-EB06-57AB-1D7E1C8213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45" y="5759220"/>
            <a:ext cx="3695653" cy="257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305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4</Words>
  <Application>Microsoft Office PowerPoint</Application>
  <PresentationFormat>On-screen Show (4:3)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Payload File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Arka Paul</dc:creator>
  <cp:lastModifiedBy>Arka Paul</cp:lastModifiedBy>
  <cp:revision>8</cp:revision>
  <dcterms:created xsi:type="dcterms:W3CDTF">2026-02-27T13:06:15Z</dcterms:created>
  <dcterms:modified xsi:type="dcterms:W3CDTF">2026-04-13T20:23:41Z</dcterms:modified>
</cp:coreProperties>
</file>