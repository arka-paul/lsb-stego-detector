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</p:sldIdLst>
  <p:sldSz cx="6858000" cy="9144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206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02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92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266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604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08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665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398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81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13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142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272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956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1559-206E-7509-968E-BDCB8AD4DF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PowerPoint</a:t>
            </a:r>
            <a:br>
              <a:rPr lang="en-GB"/>
            </a:br>
            <a:r>
              <a:rPr lang="en-GB"/>
              <a:t>Payload File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2024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FD98-70E0-EADD-CE9D-06B2B2E5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4A2ED5A-1339-6908-02E0-F9A0BBEE2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8" y="3792674"/>
            <a:ext cx="5915025" cy="308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073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FC031-9BDE-5491-48FC-95BC327D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E940B3-77B3-81E4-096E-B4A944819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8" y="4186224"/>
            <a:ext cx="5915025" cy="229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05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4</Words>
  <Application>Microsoft Office PowerPoint</Application>
  <PresentationFormat>On-screen Show (4:3)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Payload File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Arka Paul</dc:creator>
  <cp:lastModifiedBy>Arka Paul</cp:lastModifiedBy>
  <cp:revision>5</cp:revision>
  <dcterms:created xsi:type="dcterms:W3CDTF">2026-02-27T13:06:15Z</dcterms:created>
  <dcterms:modified xsi:type="dcterms:W3CDTF">2026-04-13T15:15:29Z</dcterms:modified>
</cp:coreProperties>
</file>