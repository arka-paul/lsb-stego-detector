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56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02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9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26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60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08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6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39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81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13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42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27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3944B-A0DD-4583-ACF1-F23B0AE3C98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0C7CE-3997-44C6-89AD-831372F5C8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95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1559-206E-7509-968E-BDCB8AD4D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PowerPoint</a:t>
            </a:r>
            <a:br>
              <a:rPr lang="en-GB"/>
            </a:br>
            <a:r>
              <a:rPr lang="en-GB"/>
              <a:t>Payload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02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Payload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 Paul</dc:creator>
  <cp:lastModifiedBy>Arka Paul</cp:lastModifiedBy>
  <cp:revision>2</cp:revision>
  <dcterms:created xsi:type="dcterms:W3CDTF">2026-02-27T13:06:15Z</dcterms:created>
  <dcterms:modified xsi:type="dcterms:W3CDTF">2026-02-27T13:09:12Z</dcterms:modified>
</cp:coreProperties>
</file>